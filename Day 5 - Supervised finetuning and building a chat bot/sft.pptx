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L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9"/>
  </p:normalViewPr>
  <p:slideViewPr>
    <p:cSldViewPr snapToGrid="0">
      <p:cViewPr varScale="1">
        <p:scale>
          <a:sx n="114" d="100"/>
          <a:sy n="114" d="100"/>
        </p:scale>
        <p:origin x="400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BAB8-450A-E8A3-2362-06CCD2855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F9BE6-FDD0-AE37-2525-06E0A8FA9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DE7CF-3B88-203B-4C9C-DC7BAC3B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28333-D29C-CCA8-D153-F652A351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198C-A40F-8D1A-0D14-64260A57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60094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289DF-3CAC-46C0-D5FE-98C80CC0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F26B9-A7F1-24DE-74F2-D41F370BD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2870E-9146-CC3E-EECF-D998F24F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73093-DE4B-B32C-2759-9C86C3AE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3F985-F15E-C259-E75C-9212E08C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0979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0376-F526-D6D0-6477-A9BB03A06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07C1F-1D6C-F2BD-307D-BF2DEFC1B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59502-C0C9-6F85-A825-C0E9C0FD0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960F3-64C9-32DF-3E7B-C952F5EB1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8627-5003-9977-D75C-D819870D7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267455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B3DBA-8B77-8B68-0D31-F4C5832D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3DEF0-6ED9-9A97-77A4-4725E07FC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59ED7D-09E8-60DF-A719-250A2D767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52F4A-C6CB-B7B1-60DF-D01DA4C65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643F6-81E6-3E3E-E9A1-264393A1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21C1B-FF3F-EC4B-3C18-946A93A0F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8891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287D-D6EB-8CE1-6248-ABCA892D7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7BD4A-FBD2-144A-60A3-B499DDD60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EEDC9-8420-B86F-4921-CDC4C635F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E0301F-AC82-0C35-3B2C-FC0729850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BDFA2-171B-0B9A-7B33-1D8006F3D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A0A4D-FCB7-774C-FE75-CFF56D16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1AFAF2-B8C4-7711-A6AF-EB0B5DCD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C3F56-AAA6-2CE9-9F7E-9E915580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52783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D25BC-BB28-F05C-6D43-B1EC7DFD6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A8B0E-B786-A2FE-638F-0874FC9DA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FA2113-76B0-9A41-6DBE-9AAAEA62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FD59E-A584-14F9-90EA-9B9E37A4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86501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7095D-D872-1265-287A-0B6A6CBE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D202FA-EA39-8037-0FBD-F4B7B4FF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DAF47-22BF-BF6F-8240-B340C5601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7974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5F81-5234-585E-E616-792505DD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43BD8-67F6-8838-727F-E528609DC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2E502-9D06-47D3-0DDB-00A25DD37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B0F74-E878-2408-BBC6-658C2684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DF34C-37FC-9BEF-915F-1E32FEDB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F65F0-1C52-C212-A95C-DD7A0012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195656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3585-D7E9-D2F1-66EC-648E6862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13162-6A33-7149-338D-7FA031823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86B2B-3B2F-71DA-9BD9-1691C3EE5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9B7F1-FAA6-BDC4-4921-161EAA160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FC09A-BB0E-5CD2-8EBF-A050A6EC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F2E4F-7EC2-D92F-863F-302C1051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3054908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C5F0E-46B5-FD39-A54C-E5F1D8C9F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5AD35-74FD-1B89-AC54-7EF420174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188D0-D227-B3A7-DEC0-DACFC5BBD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D3BD3-15FC-40C6-295B-AA413BA9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B9C0E-60A6-0370-C621-49887201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168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780733-8591-9161-6739-752678657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42C4D-515C-B80D-ADCB-7AC1AC752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55519-D65B-6EAA-0CE0-978006054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722E0-9E14-F025-BA24-F9BD5647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649C3-1432-69A8-102E-8E50D63B3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4081327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B4E48-3F51-232B-D685-1E07B588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BBAE5-19CC-2F75-4A1B-F887CB74A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A42C7-149A-853B-139C-8E1A24CAC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B8072E-5ACB-2A49-A29A-DFEF9F841A52}" type="datetimeFigureOut">
              <a:rPr lang="en-LK" smtClean="0"/>
              <a:t>2026-05-08</a:t>
            </a:fld>
            <a:endParaRPr lang="en-L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7A05F-6386-120E-6C60-EE4261BF12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L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0996D-C3DF-4BAF-47F4-68A32F5B6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518BC-6175-6B41-95C5-60D732241B43}" type="slidenum">
              <a:rPr lang="en-LK" smtClean="0"/>
              <a:t>‹#›</a:t>
            </a:fld>
            <a:endParaRPr lang="en-LK"/>
          </a:p>
        </p:txBody>
      </p:sp>
    </p:spTree>
    <p:extLst>
      <p:ext uri="{BB962C8B-B14F-4D97-AF65-F5344CB8AC3E}">
        <p14:creationId xmlns:p14="http://schemas.microsoft.com/office/powerpoint/2010/main" val="2541361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8112-6B43-054A-E591-D49C3D3F0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8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Supervised fine tuning</a:t>
            </a:r>
            <a:br>
              <a:rPr lang="en-GB" b="1" dirty="0"/>
            </a:br>
            <a:r>
              <a:rPr lang="en-GB" b="1" dirty="0"/>
              <a:t>and Building a chatbot</a:t>
            </a:r>
            <a:br>
              <a:rPr lang="en-GB" b="1" dirty="0"/>
            </a:br>
            <a:endParaRPr lang="en-L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3F9C7-2AEE-F2F3-0882-32822014D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2238"/>
            <a:ext cx="9144000" cy="1655762"/>
          </a:xfrm>
        </p:spPr>
        <p:txBody>
          <a:bodyPr/>
          <a:lstStyle/>
          <a:p>
            <a:r>
              <a:rPr lang="en-LK" dirty="0"/>
              <a:t>A lecture by Maneesha Rajapaksha</a:t>
            </a:r>
          </a:p>
        </p:txBody>
      </p:sp>
      <p:pic>
        <p:nvPicPr>
          <p:cNvPr id="5" name="Picture 4" descr="A blue and yellow logo&#10;&#10;AI-generated content may be incorrect.">
            <a:extLst>
              <a:ext uri="{FF2B5EF4-FFF2-40B4-BE49-F238E27FC236}">
                <a16:creationId xmlns:a16="http://schemas.microsoft.com/office/drawing/2014/main" id="{BA2089B0-C097-D1B2-A433-95FD27A98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272" y="2083806"/>
            <a:ext cx="3035455" cy="303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E2E062-AEED-043C-1B9A-15A4016DB6EC}"/>
              </a:ext>
            </a:extLst>
          </p:cNvPr>
          <p:cNvSpPr txBox="1"/>
          <p:nvPr/>
        </p:nvSpPr>
        <p:spPr>
          <a:xfrm>
            <a:off x="607742" y="144295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>
                <a:latin typeface="Courier New" panose="02070309020205020404" pitchFamily="49" charset="0"/>
              </a:rPr>
              <a:t>sft_data.jsonl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BAA35-106F-7F1A-EBF0-D1C197264A96}"/>
              </a:ext>
            </a:extLst>
          </p:cNvPr>
          <p:cNvSpPr txBox="1"/>
          <p:nvPr/>
        </p:nvSpPr>
        <p:spPr>
          <a:xfrm>
            <a:off x="607742" y="884895"/>
            <a:ext cx="6099716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{"prompt": "What is a king?", "response": "A king is a ruler of a kingdom, holding power over his land and people."}</a:t>
            </a:r>
          </a:p>
          <a:p>
            <a:r>
              <a:rPr lang="en-LK" sz="1000" dirty="0"/>
              <a:t>{"prompt": "What is love?", "response": "Love is a deep affection that binds hearts together in joy or sorrow."}</a:t>
            </a:r>
          </a:p>
          <a:p>
            <a:r>
              <a:rPr lang="en-LK" sz="1000" dirty="0"/>
              <a:t>{"prompt": "Explain friendship", "response": "Friendship is a bond of trust and care shared between souls."}</a:t>
            </a:r>
          </a:p>
          <a:p>
            <a:r>
              <a:rPr lang="en-LK" sz="1000" dirty="0"/>
              <a:t>{"prompt": "What is courage?", "response": "Courage is the strength to face fear and stand firm in adversity."}</a:t>
            </a:r>
          </a:p>
          <a:p>
            <a:r>
              <a:rPr lang="en-LK" sz="1000" dirty="0"/>
              <a:t>{"prompt": "What is wisdom?", "response": "Wisdom is the knowledge to judge rightly and act with reason."}</a:t>
            </a:r>
          </a:p>
          <a:p>
            <a:r>
              <a:rPr lang="en-LK" sz="1000" dirty="0"/>
              <a:t>{"prompt": "What is honor?", "response": "Honor is the quality of being truthful and having strong moral principles."}</a:t>
            </a:r>
          </a:p>
          <a:p>
            <a:r>
              <a:rPr lang="en-LK" sz="1000" dirty="0"/>
              <a:t>{"prompt": "What is fate?", "response": "Fate is the unseen force that shapes the course of events in life."}</a:t>
            </a:r>
          </a:p>
          <a:p>
            <a:r>
              <a:rPr lang="en-LK" sz="1000" dirty="0"/>
              <a:t>{"prompt": "What is time?", "response": "Time is the endless progression of moments from past to future."}</a:t>
            </a:r>
          </a:p>
          <a:p>
            <a:r>
              <a:rPr lang="en-LK" sz="1000" dirty="0"/>
              <a:t>{"prompt": "What is truth?", "response": "Truth is that which is real and in accordance with fact."}</a:t>
            </a:r>
          </a:p>
          <a:p>
            <a:r>
              <a:rPr lang="en-LK" sz="1000" dirty="0"/>
              <a:t>{"prompt": "Explain loyalty", "response": "Loyalty is steadfast devotion to a person, cause, or duty."}</a:t>
            </a:r>
          </a:p>
          <a:p>
            <a:r>
              <a:rPr lang="en-LK" sz="1000" dirty="0"/>
              <a:t>{"prompt": "What is a battle?", "response": "A battle is a struggle between opposing forces seeking victory."}</a:t>
            </a:r>
          </a:p>
          <a:p>
            <a:r>
              <a:rPr lang="en-LK" sz="1000" dirty="0"/>
              <a:t>{"prompt": "What is peace?", "response": "Peace is a state of calm free from conflict or disturbance."}</a:t>
            </a:r>
          </a:p>
          <a:p>
            <a:r>
              <a:rPr lang="en-LK" sz="1000" dirty="0"/>
              <a:t>{"prompt": "What is justice?", "response": "Justice is the fair treatment of all, giving each their due."}</a:t>
            </a:r>
          </a:p>
          <a:p>
            <a:r>
              <a:rPr lang="en-LK" sz="1000" dirty="0"/>
              <a:t>{"prompt": "What is fear?", "response": "Fear is a feeling of dread caused by threat or danger."}</a:t>
            </a:r>
          </a:p>
          <a:p>
            <a:r>
              <a:rPr lang="en-LK" sz="1000" dirty="0"/>
              <a:t>{"prompt": "What is power?", "response": "Power is the ability to influence or control others."}</a:t>
            </a:r>
          </a:p>
          <a:p>
            <a:r>
              <a:rPr lang="en-LK" sz="1000" dirty="0"/>
              <a:t>{"prompt": "What is a hero?", "response": "A hero is one who shows bravery and selflessness in the face of danger."}</a:t>
            </a:r>
          </a:p>
          <a:p>
            <a:r>
              <a:rPr lang="en-LK" sz="1000" dirty="0"/>
              <a:t>{"prompt": "What is betrayal?", "response": "Betrayal is the act of breaking trust or loyalty."}</a:t>
            </a:r>
          </a:p>
          <a:p>
            <a:r>
              <a:rPr lang="en-LK" sz="1000" dirty="0"/>
              <a:t>{"prompt": "What is a kingdom?", "response": "A kingdom is a land ruled by a king or queen."}</a:t>
            </a:r>
          </a:p>
          <a:p>
            <a:r>
              <a:rPr lang="en-LK" sz="1000" dirty="0"/>
              <a:t>{"prompt": "What is sorrow?", "response": "Sorrow is a feeling of deep sadness or grief."}</a:t>
            </a:r>
          </a:p>
          <a:p>
            <a:r>
              <a:rPr lang="en-LK" sz="1000" dirty="0"/>
              <a:t>{"prompt": "What is joy?", "response": "Joy is a feeling of great happiness and delight."}</a:t>
            </a:r>
          </a:p>
          <a:p>
            <a:r>
              <a:rPr lang="en-LK" sz="1000" dirty="0"/>
              <a:t>{"prompt": "What is ambition?", "response": "Ambition is a strong desire to achieve greatness or success."}</a:t>
            </a:r>
          </a:p>
          <a:p>
            <a:r>
              <a:rPr lang="en-LK" sz="1000" dirty="0"/>
              <a:t>{"prompt": "What is revenge?", "response": "Revenge is the act of seeking to harm in return for a wrong."}</a:t>
            </a:r>
          </a:p>
          <a:p>
            <a:r>
              <a:rPr lang="en-LK" sz="1000" dirty="0"/>
              <a:t>{"prompt": "What is mercy?", "response": "Mercy is compassion shown to those who deserve punishment."}</a:t>
            </a:r>
          </a:p>
          <a:p>
            <a:r>
              <a:rPr lang="en-LK" sz="1000" dirty="0"/>
              <a:t>{"prompt": "What is destiny?", "response": "Destiny is the path believed to be set for a person’s life."}</a:t>
            </a:r>
          </a:p>
          <a:p>
            <a:r>
              <a:rPr lang="en-LK" sz="1000" dirty="0"/>
              <a:t>{"prompt": "What is a ruler?", "response": "A ruler is one who governs and commands authority over others."}</a:t>
            </a:r>
          </a:p>
        </p:txBody>
      </p:sp>
    </p:spTree>
    <p:extLst>
      <p:ext uri="{BB962C8B-B14F-4D97-AF65-F5344CB8AC3E}">
        <p14:creationId xmlns:p14="http://schemas.microsoft.com/office/powerpoint/2010/main" val="383170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D67B28-5576-AA61-67CE-9F181054D28C}"/>
              </a:ext>
            </a:extLst>
          </p:cNvPr>
          <p:cNvSpPr txBox="1"/>
          <p:nvPr/>
        </p:nvSpPr>
        <p:spPr>
          <a:xfrm>
            <a:off x="3417848" y="-99726"/>
            <a:ext cx="9662531" cy="7325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json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data = []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from 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tokenizer </a:t>
            </a: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import 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Tokenizer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tokenizer = Tokenizer()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with </a:t>
            </a: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open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GB" sz="1000" dirty="0" err="1">
                <a:solidFill>
                  <a:srgbClr val="6AAB73"/>
                </a:solidFill>
                <a:effectLst/>
                <a:latin typeface="JetBrains Mono"/>
              </a:rPr>
              <a:t>sft_data.jsonl</a:t>
            </a:r>
            <a:r>
              <a:rPr lang="en-GB" sz="1000" dirty="0">
                <a:solidFill>
                  <a:srgbClr val="6AAB73"/>
                </a:solidFill>
                <a:effectLst/>
                <a:latin typeface="JetBrains Mono"/>
              </a:rPr>
              <a:t>'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000" dirty="0">
                <a:solidFill>
                  <a:srgbClr val="6AAB73"/>
                </a:solidFill>
                <a:effectLst/>
                <a:latin typeface="JetBrains Mono"/>
              </a:rPr>
              <a:t>"r"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 </a:t>
            </a: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as 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f: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line </a:t>
            </a:r>
            <a:r>
              <a:rPr lang="en-GB" sz="1000" dirty="0"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f: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data.append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json.loads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(line))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(data)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30</a:t>
            </a:r>
            <a:b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item = data[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tokenizer.encode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(item[</a:t>
            </a:r>
            <a:r>
              <a:rPr lang="en-GB" sz="1000" dirty="0">
                <a:solidFill>
                  <a:srgbClr val="6AAB73"/>
                </a:solidFill>
                <a:effectLst/>
                <a:latin typeface="JetBrains Mono"/>
              </a:rPr>
              <a:t>"prompt"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response_ids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tokenizer.encode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(item[</a:t>
            </a:r>
            <a:r>
              <a:rPr lang="en-GB" sz="1000" dirty="0">
                <a:solidFill>
                  <a:srgbClr val="6AAB73"/>
                </a:solidFill>
                <a:effectLst/>
                <a:latin typeface="JetBrains Mono"/>
              </a:rPr>
              <a:t>"response"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tokens =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response_ids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tokens = tokens[: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pad_id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pad_len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 - </a:t>
            </a:r>
            <a:r>
              <a:rPr lang="en-GB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(tokens)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tokens = tokens + [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pad_id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 *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pad_len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(tokens)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x = tokens[:-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y = tokens[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:]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(x)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(y)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labels =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y.copy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min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mask_len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max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-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labels[: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mask_len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 = [-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100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 *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mask_len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(labels)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real_len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min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prompt_ids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 + </a:t>
            </a:r>
            <a:r>
              <a:rPr lang="en-GB" sz="1000" dirty="0" err="1">
                <a:solidFill>
                  <a:srgbClr val="8888C6"/>
                </a:solidFill>
                <a:effectLst/>
                <a:latin typeface="JetBrains Mono"/>
              </a:rPr>
              <a:t>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response_ids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),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+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 - 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labels[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real_len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:] = [-</a:t>
            </a:r>
            <a:r>
              <a:rPr lang="en-GB" sz="1000" dirty="0">
                <a:solidFill>
                  <a:srgbClr val="2AACB8"/>
                </a:solidFill>
                <a:effectLst/>
                <a:latin typeface="JetBrains Mono"/>
              </a:rPr>
              <a:t>100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] * (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seq_len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 - </a:t>
            </a:r>
            <a:r>
              <a:rPr lang="en-GB" sz="1000" dirty="0" err="1">
                <a:solidFill>
                  <a:srgbClr val="BCBEC4"/>
                </a:solidFill>
                <a:effectLst/>
                <a:latin typeface="JetBrains Mono"/>
              </a:rPr>
              <a:t>real_len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(x)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n-GB" sz="1000" dirty="0"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  <a:t>(labels)</a:t>
            </a:r>
            <a:br>
              <a:rPr lang="en-GB" sz="1000" dirty="0">
                <a:solidFill>
                  <a:srgbClr val="BCBEC4"/>
                </a:solidFill>
                <a:effectLst/>
                <a:latin typeface="JetBrains Mono"/>
              </a:rPr>
            </a:br>
            <a:endParaRPr lang="en-GB" sz="10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FC240-8AD0-7E29-422B-AF6815305B73}"/>
              </a:ext>
            </a:extLst>
          </p:cNvPr>
          <p:cNvSpPr txBox="1"/>
          <p:nvPr/>
        </p:nvSpPr>
        <p:spPr>
          <a:xfrm>
            <a:off x="646771" y="189571"/>
            <a:ext cx="1280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dirty="0"/>
              <a:t>Pure logic -</a:t>
            </a:r>
          </a:p>
        </p:txBody>
      </p:sp>
    </p:spTree>
    <p:extLst>
      <p:ext uri="{BB962C8B-B14F-4D97-AF65-F5344CB8AC3E}">
        <p14:creationId xmlns:p14="http://schemas.microsoft.com/office/powerpoint/2010/main" val="349835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C971D7-6B19-BDAA-C1B2-9AF9FA1FD74C}"/>
              </a:ext>
            </a:extLst>
          </p:cNvPr>
          <p:cNvSpPr txBox="1"/>
          <p:nvPr/>
        </p:nvSpPr>
        <p:spPr>
          <a:xfrm>
            <a:off x="518531" y="88540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>
                <a:latin typeface="Courier New" panose="02070309020205020404" pitchFamily="49" charset="0"/>
              </a:rPr>
              <a:t>sft.py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ACF66-B793-7AD0-0119-A03B5969B876}"/>
              </a:ext>
            </a:extLst>
          </p:cNvPr>
          <p:cNvSpPr txBox="1"/>
          <p:nvPr/>
        </p:nvSpPr>
        <p:spPr>
          <a:xfrm>
            <a:off x="4387262" y="-159306"/>
            <a:ext cx="609971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class SFTDataset(Dataset):</a:t>
            </a:r>
          </a:p>
          <a:p>
            <a:r>
              <a:rPr lang="en-LK" sz="1000" dirty="0"/>
              <a:t>    def __init__(self, path, tokenizer, seq_len):</a:t>
            </a:r>
          </a:p>
          <a:p>
            <a:r>
              <a:rPr lang="en-LK" sz="1000" dirty="0"/>
              <a:t>        self.data = []</a:t>
            </a:r>
          </a:p>
          <a:p>
            <a:r>
              <a:rPr lang="en-LK" sz="1000" dirty="0"/>
              <a:t>        self.tokenizer = tokenizer</a:t>
            </a:r>
          </a:p>
          <a:p>
            <a:r>
              <a:rPr lang="en-LK" sz="1000" dirty="0"/>
              <a:t>        self.seq_len = seq_len</a:t>
            </a:r>
          </a:p>
          <a:p>
            <a:endParaRPr lang="en-LK" sz="1000" dirty="0"/>
          </a:p>
          <a:p>
            <a:r>
              <a:rPr lang="en-LK" sz="1000" dirty="0"/>
              <a:t>        with open(path, "r") as f:</a:t>
            </a:r>
          </a:p>
          <a:p>
            <a:r>
              <a:rPr lang="en-LK" sz="1000" dirty="0"/>
              <a:t>            for line in f:</a:t>
            </a:r>
          </a:p>
          <a:p>
            <a:r>
              <a:rPr lang="en-LK" sz="1000" dirty="0"/>
              <a:t>                self.data.append(json.loads(line))</a:t>
            </a:r>
          </a:p>
          <a:p>
            <a:endParaRPr lang="en-LK" sz="1000" dirty="0"/>
          </a:p>
          <a:p>
            <a:r>
              <a:rPr lang="en-LK" sz="1000" dirty="0"/>
              <a:t>    def __len__(self):</a:t>
            </a:r>
          </a:p>
          <a:p>
            <a:r>
              <a:rPr lang="en-LK" sz="1000" dirty="0"/>
              <a:t>        return len(self.data)</a:t>
            </a:r>
          </a:p>
          <a:p>
            <a:endParaRPr lang="en-LK" sz="1000" dirty="0"/>
          </a:p>
          <a:p>
            <a:r>
              <a:rPr lang="en-LK" sz="1000" dirty="0"/>
              <a:t>    def __getitem__(self, idx):</a:t>
            </a:r>
          </a:p>
          <a:p>
            <a:r>
              <a:rPr lang="en-LK" sz="1000" dirty="0"/>
              <a:t>        item = self.data[idx]</a:t>
            </a:r>
          </a:p>
          <a:p>
            <a:endParaRPr lang="en-LK" sz="1000" dirty="0"/>
          </a:p>
          <a:p>
            <a:r>
              <a:rPr lang="en-LK" sz="1000" dirty="0"/>
              <a:t>        prompt_ids = self.tokenizer.encode(item["prompt"])</a:t>
            </a:r>
          </a:p>
          <a:p>
            <a:r>
              <a:rPr lang="en-LK" sz="1000" dirty="0"/>
              <a:t>        response_ids = self.tokenizer.encode(item["response"])</a:t>
            </a:r>
          </a:p>
          <a:p>
            <a:endParaRPr lang="en-LK" sz="1000" dirty="0"/>
          </a:p>
          <a:p>
            <a:r>
              <a:rPr lang="en-LK" sz="1000" dirty="0"/>
              <a:t>        tokens = prompt_ids + response_ids</a:t>
            </a:r>
          </a:p>
          <a:p>
            <a:endParaRPr lang="en-LK" sz="1000" dirty="0"/>
          </a:p>
          <a:p>
            <a:r>
              <a:rPr lang="en-LK" sz="1000" dirty="0"/>
              <a:t>        tokens = tokens[:self.seq_len + 1]</a:t>
            </a:r>
          </a:p>
          <a:p>
            <a:endParaRPr lang="en-LK" sz="1000" dirty="0"/>
          </a:p>
          <a:p>
            <a:r>
              <a:rPr lang="en-LK" sz="1000" dirty="0"/>
              <a:t>        pad_id = 0</a:t>
            </a:r>
          </a:p>
          <a:p>
            <a:r>
              <a:rPr lang="en-LK" sz="1000" dirty="0"/>
              <a:t>        pad_len = (self.seq_len + 1) - len(tokens)</a:t>
            </a:r>
          </a:p>
          <a:p>
            <a:r>
              <a:rPr lang="en-LK" sz="1000" dirty="0"/>
              <a:t>        tokens = tokens + [pad_id] * pad_len</a:t>
            </a:r>
          </a:p>
          <a:p>
            <a:endParaRPr lang="en-LK" sz="1000" dirty="0"/>
          </a:p>
          <a:p>
            <a:r>
              <a:rPr lang="en-LK" sz="1000" dirty="0"/>
              <a:t>        x = tokens[:-1]</a:t>
            </a:r>
          </a:p>
          <a:p>
            <a:r>
              <a:rPr lang="en-LK" sz="1000" dirty="0"/>
              <a:t>        y = tokens[1:]</a:t>
            </a:r>
          </a:p>
          <a:p>
            <a:endParaRPr lang="en-LK" sz="1000" dirty="0"/>
          </a:p>
          <a:p>
            <a:r>
              <a:rPr lang="en-LK" sz="1000" dirty="0"/>
              <a:t>        labels = y.copy()</a:t>
            </a:r>
          </a:p>
          <a:p>
            <a:endParaRPr lang="en-LK" sz="1000" dirty="0"/>
          </a:p>
          <a:p>
            <a:r>
              <a:rPr lang="en-LK" sz="1000" dirty="0"/>
              <a:t>        prompt_len = min(len(prompt_ids), self.seq_len)</a:t>
            </a:r>
          </a:p>
          <a:p>
            <a:r>
              <a:rPr lang="en-LK" sz="1000" dirty="0"/>
              <a:t>        mask_len = max(0, prompt_len - 1)</a:t>
            </a:r>
          </a:p>
          <a:p>
            <a:r>
              <a:rPr lang="en-LK" sz="1000" dirty="0"/>
              <a:t>        labels[:mask_len] = [-100] * mask_len</a:t>
            </a:r>
          </a:p>
          <a:p>
            <a:endParaRPr lang="en-LK" sz="1000" dirty="0"/>
          </a:p>
          <a:p>
            <a:r>
              <a:rPr lang="en-LK" sz="1000" dirty="0"/>
              <a:t>        real_len = min(len(prompt_ids) + len(response_ids), self.seq_len + 1) - 1</a:t>
            </a:r>
          </a:p>
          <a:p>
            <a:r>
              <a:rPr lang="en-LK" sz="1000" dirty="0"/>
              <a:t>        labels[real_len:] = [-100] * (self.seq_len - real_len)</a:t>
            </a:r>
          </a:p>
          <a:p>
            <a:endParaRPr lang="en-LK" sz="1000" dirty="0"/>
          </a:p>
          <a:p>
            <a:r>
              <a:rPr lang="en-LK" sz="1000" dirty="0"/>
              <a:t>        return (</a:t>
            </a:r>
          </a:p>
          <a:p>
            <a:r>
              <a:rPr lang="en-LK" sz="1000" dirty="0"/>
              <a:t>            torch.tensor(x, dtype=torch.long),</a:t>
            </a:r>
          </a:p>
          <a:p>
            <a:r>
              <a:rPr lang="en-LK" sz="1000" dirty="0"/>
              <a:t>            torch.tensor(labels, dtype=torch.long)</a:t>
            </a:r>
          </a:p>
          <a:p>
            <a:r>
              <a:rPr lang="en-LK" sz="1000" dirty="0"/>
              <a:t>       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5671C1-78BB-F3F8-091A-A42A9D5CDE1B}"/>
              </a:ext>
            </a:extLst>
          </p:cNvPr>
          <p:cNvSpPr txBox="1"/>
          <p:nvPr/>
        </p:nvSpPr>
        <p:spPr>
          <a:xfrm>
            <a:off x="518531" y="705718"/>
            <a:ext cx="695647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import torch</a:t>
            </a:r>
          </a:p>
          <a:p>
            <a:r>
              <a:rPr lang="en-LK" sz="1000" dirty="0"/>
              <a:t>import torch.nn.functional as F</a:t>
            </a:r>
          </a:p>
          <a:p>
            <a:r>
              <a:rPr lang="en-LK" sz="1000" dirty="0"/>
              <a:t>import json</a:t>
            </a:r>
          </a:p>
          <a:p>
            <a:r>
              <a:rPr lang="en-LK" sz="1000" dirty="0"/>
              <a:t>import os</a:t>
            </a:r>
          </a:p>
          <a:p>
            <a:r>
              <a:rPr lang="en-LK" sz="1000" dirty="0"/>
              <a:t>import time</a:t>
            </a:r>
          </a:p>
          <a:p>
            <a:endParaRPr lang="en-LK" sz="1000" dirty="0"/>
          </a:p>
          <a:p>
            <a:r>
              <a:rPr lang="en-LK" sz="1000" dirty="0"/>
              <a:t>from torch.utils.data import Dataset, DataLoader</a:t>
            </a:r>
          </a:p>
          <a:p>
            <a:endParaRPr lang="en-LK" sz="1000" dirty="0"/>
          </a:p>
          <a:p>
            <a:r>
              <a:rPr lang="en-LK" sz="1000" dirty="0"/>
              <a:t>from config import GPTConfig</a:t>
            </a:r>
          </a:p>
          <a:p>
            <a:r>
              <a:rPr lang="en-LK" sz="1000" dirty="0"/>
              <a:t>from model import GPT</a:t>
            </a:r>
          </a:p>
          <a:p>
            <a:r>
              <a:rPr lang="en-LK" sz="1000" dirty="0"/>
              <a:t>from tokenizer import Tokenizer</a:t>
            </a:r>
          </a:p>
        </p:txBody>
      </p:sp>
    </p:spTree>
    <p:extLst>
      <p:ext uri="{BB962C8B-B14F-4D97-AF65-F5344CB8AC3E}">
        <p14:creationId xmlns:p14="http://schemas.microsoft.com/office/powerpoint/2010/main" val="3462763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CE574C-AEB6-E784-D75D-2BF1D3942C5B}"/>
              </a:ext>
            </a:extLst>
          </p:cNvPr>
          <p:cNvSpPr txBox="1"/>
          <p:nvPr/>
        </p:nvSpPr>
        <p:spPr>
          <a:xfrm>
            <a:off x="228599" y="0"/>
            <a:ext cx="128262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def get_loader(path, tokenizer, seq_len, batch_size):</a:t>
            </a:r>
          </a:p>
          <a:p>
            <a:r>
              <a:rPr lang="en-LK" sz="1000" dirty="0"/>
              <a:t>    dataset = SFTDataset(path, tokenizer, seq_len)</a:t>
            </a:r>
          </a:p>
          <a:p>
            <a:endParaRPr lang="en-LK" sz="1000" dirty="0"/>
          </a:p>
          <a:p>
            <a:r>
              <a:rPr lang="en-LK" sz="1000" dirty="0"/>
              <a:t>    return DataLoader(</a:t>
            </a:r>
          </a:p>
          <a:p>
            <a:r>
              <a:rPr lang="en-LK" sz="1000" dirty="0"/>
              <a:t>        dataset,</a:t>
            </a:r>
          </a:p>
          <a:p>
            <a:r>
              <a:rPr lang="en-LK" sz="1000" dirty="0"/>
              <a:t>        batch_size=batch_size,</a:t>
            </a:r>
          </a:p>
          <a:p>
            <a:r>
              <a:rPr lang="en-LK" sz="1000" dirty="0"/>
              <a:t>        shuffle=True,</a:t>
            </a:r>
          </a:p>
          <a:p>
            <a:r>
              <a:rPr lang="en-LK" sz="1000" dirty="0"/>
              <a:t>        drop_last=True</a:t>
            </a:r>
          </a:p>
          <a:p>
            <a:r>
              <a:rPr lang="en-LK" sz="1000" dirty="0"/>
              <a:t>    )</a:t>
            </a:r>
          </a:p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cfg = GPTConfig(</a:t>
            </a:r>
          </a:p>
          <a:p>
            <a:r>
              <a:rPr lang="en-LK" sz="1000" dirty="0"/>
              <a:t>    vocab_size = 50257,</a:t>
            </a:r>
          </a:p>
          <a:p>
            <a:r>
              <a:rPr lang="en-LK" sz="1000" dirty="0"/>
              <a:t>    seq_len    = 128,</a:t>
            </a:r>
          </a:p>
          <a:p>
            <a:r>
              <a:rPr lang="en-LK" sz="1000" dirty="0"/>
              <a:t>    d_model    = 128,</a:t>
            </a:r>
          </a:p>
          <a:p>
            <a:r>
              <a:rPr lang="en-LK" sz="1000" dirty="0"/>
              <a:t>    n_heads    = 8,</a:t>
            </a:r>
          </a:p>
          <a:p>
            <a:r>
              <a:rPr lang="en-LK" sz="1000" dirty="0"/>
              <a:t>    n_layers   = 4,</a:t>
            </a:r>
          </a:p>
          <a:p>
            <a:r>
              <a:rPr lang="en-LK" sz="1000" dirty="0"/>
              <a:t>    d_ff       = 512,</a:t>
            </a:r>
          </a:p>
          <a:p>
            <a:r>
              <a:rPr lang="en-LK" sz="1000" dirty="0"/>
              <a:t>    dropout    = 0.1,</a:t>
            </a:r>
          </a:p>
          <a:p>
            <a:r>
              <a:rPr lang="en-LK" sz="1000" dirty="0"/>
              <a:t>    batch_size = 16,</a:t>
            </a:r>
          </a:p>
          <a:p>
            <a:r>
              <a:rPr lang="en-LK" sz="1000" dirty="0"/>
              <a:t>    lr         = 8e-3,</a:t>
            </a:r>
          </a:p>
          <a:p>
            <a:r>
              <a:rPr lang="en-LK" sz="1000" dirty="0"/>
              <a:t>    max_iters  = 10000,</a:t>
            </a:r>
          </a:p>
          <a:p>
            <a:r>
              <a:rPr lang="en-LK" sz="1000" dirty="0"/>
              <a:t>)</a:t>
            </a:r>
          </a:p>
          <a:p>
            <a:endParaRPr lang="en-LK" sz="1000" dirty="0"/>
          </a:p>
          <a:p>
            <a:r>
              <a:rPr lang="en-LK" sz="1000" dirty="0"/>
              <a:t>device = cfg.device</a:t>
            </a:r>
          </a:p>
          <a:p>
            <a:endParaRPr lang="en-LK" sz="1000" dirty="0"/>
          </a:p>
          <a:p>
            <a:r>
              <a:rPr lang="en-LK" sz="1000" dirty="0"/>
              <a:t>tokenizer = Tokenizer()</a:t>
            </a:r>
          </a:p>
          <a:p>
            <a:endParaRPr lang="en-LK" sz="1000" dirty="0"/>
          </a:p>
          <a:p>
            <a:r>
              <a:rPr lang="en-LK" sz="1000" dirty="0"/>
              <a:t>model = GPT(cfg).to(device)</a:t>
            </a:r>
          </a:p>
          <a:p>
            <a:endParaRPr lang="en-LK" sz="1000" dirty="0"/>
          </a:p>
          <a:p>
            <a:r>
              <a:rPr lang="en-LK" sz="1000" dirty="0"/>
              <a:t>ckpt = torch.load("checkpoints/gpt_step_6000.pt", map_location=device)</a:t>
            </a:r>
          </a:p>
          <a:p>
            <a:r>
              <a:rPr lang="en-LK" sz="1000" dirty="0"/>
              <a:t>model.load_state_dict(ckpt["model"])</a:t>
            </a:r>
          </a:p>
          <a:p>
            <a:r>
              <a:rPr lang="en-LK" sz="1000" dirty="0"/>
              <a:t>print("Loaded pretrained model")</a:t>
            </a:r>
          </a:p>
          <a:p>
            <a:endParaRPr lang="en-LK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41B14-51DE-F3F2-B134-D312FBEFAFCA}"/>
              </a:ext>
            </a:extLst>
          </p:cNvPr>
          <p:cNvSpPr txBox="1"/>
          <p:nvPr/>
        </p:nvSpPr>
        <p:spPr>
          <a:xfrm>
            <a:off x="5077707" y="186342"/>
            <a:ext cx="695647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LK" sz="1000" dirty="0"/>
          </a:p>
          <a:p>
            <a:r>
              <a:rPr lang="en-LK" sz="1000" dirty="0"/>
              <a:t>optimizer = torch.optim.AdamW(</a:t>
            </a:r>
          </a:p>
          <a:p>
            <a:r>
              <a:rPr lang="en-LK" sz="1000" dirty="0"/>
              <a:t>    model.parameters(),</a:t>
            </a:r>
          </a:p>
          <a:p>
            <a:r>
              <a:rPr lang="en-LK" sz="1000" dirty="0"/>
              <a:t>    lr=cfg.lr,</a:t>
            </a:r>
          </a:p>
          <a:p>
            <a:r>
              <a:rPr lang="en-LK" sz="1000" dirty="0"/>
              <a:t>    weight_decay=0.1,</a:t>
            </a:r>
          </a:p>
          <a:p>
            <a:r>
              <a:rPr lang="en-LK" sz="1000" dirty="0"/>
              <a:t>    betas=(0.9, 0.95),</a:t>
            </a:r>
          </a:p>
          <a:p>
            <a:r>
              <a:rPr lang="en-LK" sz="1000" dirty="0"/>
              <a:t>)</a:t>
            </a:r>
          </a:p>
          <a:p>
            <a:endParaRPr lang="en-LK" sz="1000" dirty="0"/>
          </a:p>
          <a:p>
            <a:r>
              <a:rPr lang="en-LK" sz="1000" dirty="0"/>
              <a:t>loader = get_loader(</a:t>
            </a:r>
          </a:p>
          <a:p>
            <a:r>
              <a:rPr lang="en-LK" sz="1000" dirty="0"/>
              <a:t>    "sft_data.jsonl",</a:t>
            </a:r>
          </a:p>
          <a:p>
            <a:r>
              <a:rPr lang="en-LK" sz="1000" dirty="0"/>
              <a:t>    tokenizer,</a:t>
            </a:r>
          </a:p>
          <a:p>
            <a:r>
              <a:rPr lang="en-LK" sz="1000" dirty="0"/>
              <a:t>    cfg.seq_len,</a:t>
            </a:r>
          </a:p>
          <a:p>
            <a:r>
              <a:rPr lang="en-LK" sz="1000" dirty="0"/>
              <a:t>    cfg.batch_size</a:t>
            </a:r>
          </a:p>
          <a:p>
            <a:r>
              <a:rPr lang="en-LK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36233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4D67CC-80ED-A82E-BB67-6C67CFC37DD1}"/>
              </a:ext>
            </a:extLst>
          </p:cNvPr>
          <p:cNvSpPr txBox="1"/>
          <p:nvPr/>
        </p:nvSpPr>
        <p:spPr>
          <a:xfrm>
            <a:off x="438000" y="0"/>
            <a:ext cx="10697021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def train():</a:t>
            </a:r>
          </a:p>
          <a:p>
            <a:r>
              <a:rPr lang="en-LK" sz="1000" dirty="0"/>
              <a:t>    model.train()</a:t>
            </a:r>
          </a:p>
          <a:p>
            <a:r>
              <a:rPr lang="en-LK" sz="1000" dirty="0"/>
              <a:t>    step = 0</a:t>
            </a:r>
          </a:p>
          <a:p>
            <a:r>
              <a:rPr lang="en-LK" sz="1000" dirty="0"/>
              <a:t>    start_time = time.time()</a:t>
            </a:r>
          </a:p>
          <a:p>
            <a:endParaRPr lang="en-LK" sz="1000" dirty="0"/>
          </a:p>
          <a:p>
            <a:r>
              <a:rPr lang="en-LK" sz="1000" dirty="0"/>
              <a:t>    for epoch in range(1000):</a:t>
            </a:r>
          </a:p>
          <a:p>
            <a:r>
              <a:rPr lang="en-LK" sz="1000" dirty="0"/>
              <a:t>        for x, y in loader:</a:t>
            </a:r>
          </a:p>
          <a:p>
            <a:endParaRPr lang="en-LK" sz="1000" dirty="0"/>
          </a:p>
          <a:p>
            <a:r>
              <a:rPr lang="en-LK" sz="1000" dirty="0"/>
              <a:t>            x = x.to(device)</a:t>
            </a:r>
          </a:p>
          <a:p>
            <a:r>
              <a:rPr lang="en-LK" sz="1000" dirty="0"/>
              <a:t>            y = y.to(device)</a:t>
            </a:r>
          </a:p>
          <a:p>
            <a:endParaRPr lang="en-LK" sz="1000" dirty="0"/>
          </a:p>
          <a:p>
            <a:r>
              <a:rPr lang="en-LK" sz="1000" dirty="0"/>
              <a:t>            logits = model(x)</a:t>
            </a:r>
          </a:p>
          <a:p>
            <a:endParaRPr lang="en-LK" sz="1000" dirty="0"/>
          </a:p>
          <a:p>
            <a:r>
              <a:rPr lang="en-LK" sz="1000" dirty="0"/>
              <a:t>            loss = F.cross_entropy(</a:t>
            </a:r>
          </a:p>
          <a:p>
            <a:r>
              <a:rPr lang="en-LK" sz="1000" dirty="0"/>
              <a:t>                logits.view(-1, logits.size(-1)),</a:t>
            </a:r>
          </a:p>
          <a:p>
            <a:r>
              <a:rPr lang="en-LK" sz="1000" dirty="0"/>
              <a:t>                y.view(-1),</a:t>
            </a:r>
          </a:p>
          <a:p>
            <a:r>
              <a:rPr lang="en-LK" sz="1000" dirty="0"/>
              <a:t>                ignore_index=-100</a:t>
            </a:r>
          </a:p>
          <a:p>
            <a:r>
              <a:rPr lang="en-LK" sz="1000" dirty="0"/>
              <a:t>            )</a:t>
            </a:r>
          </a:p>
          <a:p>
            <a:endParaRPr lang="en-LK" sz="1000" dirty="0"/>
          </a:p>
          <a:p>
            <a:r>
              <a:rPr lang="en-LK" sz="1000" dirty="0"/>
              <a:t>            optimizer.zero_grad()</a:t>
            </a:r>
          </a:p>
          <a:p>
            <a:r>
              <a:rPr lang="en-LK" sz="1000" dirty="0"/>
              <a:t>            loss.backward()</a:t>
            </a:r>
          </a:p>
          <a:p>
            <a:endParaRPr lang="en-LK" sz="1000" dirty="0"/>
          </a:p>
          <a:p>
            <a:r>
              <a:rPr lang="en-LK" sz="1000" dirty="0"/>
              <a:t>            torch.nn.utils.clip_grad_norm_(model.parameters(), 1.0)</a:t>
            </a:r>
          </a:p>
          <a:p>
            <a:endParaRPr lang="en-LK" sz="1000" dirty="0"/>
          </a:p>
          <a:p>
            <a:r>
              <a:rPr lang="en-LK" sz="1000" dirty="0"/>
              <a:t>            optimizer.step()</a:t>
            </a:r>
          </a:p>
          <a:p>
            <a:endParaRPr lang="en-LK" sz="1000" dirty="0"/>
          </a:p>
          <a:p>
            <a:r>
              <a:rPr lang="en-LK" sz="1000" dirty="0"/>
              <a:t>            step += 1</a:t>
            </a:r>
          </a:p>
          <a:p>
            <a:endParaRPr lang="en-LK" sz="1000" dirty="0"/>
          </a:p>
          <a:p>
            <a:r>
              <a:rPr lang="en-LK" sz="1000" dirty="0"/>
              <a:t>            if step % 10 == 0:</a:t>
            </a:r>
          </a:p>
          <a:p>
            <a:r>
              <a:rPr lang="en-LK" sz="1000" dirty="0"/>
              <a:t>                elapsed = time.time() - start_time</a:t>
            </a:r>
          </a:p>
          <a:p>
            <a:r>
              <a:rPr lang="en-LK" sz="1000" dirty="0"/>
              <a:t>                print(f"Step {step} | Loss: {loss.item():.4f} | Time: {elapsed:.2f}s")</a:t>
            </a:r>
          </a:p>
          <a:p>
            <a:endParaRPr lang="en-LK" sz="1000" dirty="0"/>
          </a:p>
          <a:p>
            <a:r>
              <a:rPr lang="en-LK" sz="1000" dirty="0"/>
              <a:t>            if step % 200 == 0:</a:t>
            </a:r>
          </a:p>
          <a:p>
            <a:r>
              <a:rPr lang="en-LK" sz="1000" dirty="0"/>
              <a:t>                save_checkpoint(step)</a:t>
            </a:r>
          </a:p>
          <a:p>
            <a:endParaRPr lang="en-LK" sz="1000" dirty="0"/>
          </a:p>
          <a:p>
            <a:endParaRPr lang="en-LK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90FD2D-A1A8-408F-E94A-CF961C007FF5}"/>
              </a:ext>
            </a:extLst>
          </p:cNvPr>
          <p:cNvSpPr txBox="1"/>
          <p:nvPr/>
        </p:nvSpPr>
        <p:spPr>
          <a:xfrm>
            <a:off x="5786510" y="390104"/>
            <a:ext cx="609834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def save_checkpoint(step):</a:t>
            </a:r>
          </a:p>
          <a:p>
            <a:r>
              <a:rPr lang="en-LK" sz="1000" dirty="0"/>
              <a:t>    os.makedirs("checkpoints", exist_ok=True)</a:t>
            </a:r>
          </a:p>
          <a:p>
            <a:endParaRPr lang="en-LK" sz="1000" dirty="0"/>
          </a:p>
          <a:p>
            <a:r>
              <a:rPr lang="en-LK" sz="1000" dirty="0"/>
              <a:t>    torch.save({</a:t>
            </a:r>
          </a:p>
          <a:p>
            <a:r>
              <a:rPr lang="en-LK" sz="1000" dirty="0"/>
              <a:t>        "model": model.state_dict(),</a:t>
            </a:r>
          </a:p>
          <a:p>
            <a:r>
              <a:rPr lang="en-LK" sz="1000" dirty="0"/>
              <a:t>        "optimizer": optimizer.state_dict(),</a:t>
            </a:r>
          </a:p>
          <a:p>
            <a:r>
              <a:rPr lang="en-LK" sz="1000" dirty="0"/>
              <a:t>        "step": step,</a:t>
            </a:r>
          </a:p>
          <a:p>
            <a:r>
              <a:rPr lang="en-LK" sz="1000" dirty="0"/>
              <a:t>        "config": cfg.__dict__,</a:t>
            </a:r>
          </a:p>
          <a:p>
            <a:r>
              <a:rPr lang="en-LK" sz="1000" dirty="0"/>
              <a:t>    }, f"checkpoints/sft_step_{step}.pt")</a:t>
            </a:r>
          </a:p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if __name__ == "__main__":</a:t>
            </a:r>
          </a:p>
          <a:p>
            <a:r>
              <a:rPr lang="en-LK" sz="1000" dirty="0"/>
              <a:t>    train()</a:t>
            </a:r>
          </a:p>
        </p:txBody>
      </p:sp>
    </p:spTree>
    <p:extLst>
      <p:ext uri="{BB962C8B-B14F-4D97-AF65-F5344CB8AC3E}">
        <p14:creationId xmlns:p14="http://schemas.microsoft.com/office/powerpoint/2010/main" val="353873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2F77B-F423-E120-88BA-D5FE919FE26F}"/>
              </a:ext>
            </a:extLst>
          </p:cNvPr>
          <p:cNvSpPr txBox="1"/>
          <p:nvPr/>
        </p:nvSpPr>
        <p:spPr>
          <a:xfrm>
            <a:off x="702527" y="178420"/>
            <a:ext cx="966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</a:t>
            </a:r>
            <a:r>
              <a:rPr lang="en-LK" b="1" dirty="0"/>
              <a:t>hat.py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D5CE2-387D-32E9-6291-E84EFEDC8677}"/>
              </a:ext>
            </a:extLst>
          </p:cNvPr>
          <p:cNvSpPr txBox="1"/>
          <p:nvPr/>
        </p:nvSpPr>
        <p:spPr>
          <a:xfrm>
            <a:off x="702526" y="769434"/>
            <a:ext cx="867564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import torch</a:t>
            </a:r>
          </a:p>
          <a:p>
            <a:r>
              <a:rPr lang="en-LK" sz="1000" dirty="0"/>
              <a:t>import torch.nn.functional as F</a:t>
            </a:r>
          </a:p>
          <a:p>
            <a:endParaRPr lang="en-LK" sz="1000" dirty="0"/>
          </a:p>
          <a:p>
            <a:r>
              <a:rPr lang="en-LK" sz="1000" dirty="0"/>
              <a:t>from config import GPTConfig</a:t>
            </a:r>
          </a:p>
          <a:p>
            <a:r>
              <a:rPr lang="en-LK" sz="1000" dirty="0"/>
              <a:t>from model import GPT</a:t>
            </a:r>
          </a:p>
          <a:p>
            <a:r>
              <a:rPr lang="en-LK" sz="1000" dirty="0"/>
              <a:t>from tokenizer import Tokenizer</a:t>
            </a:r>
          </a:p>
          <a:p>
            <a:endParaRPr lang="en-LK" sz="1000" dirty="0"/>
          </a:p>
          <a:p>
            <a:r>
              <a:rPr lang="en-LK" sz="1000" dirty="0"/>
              <a:t>device = "cuda" if torch.cuda.is_available() else "cpu"</a:t>
            </a:r>
          </a:p>
          <a:p>
            <a:r>
              <a:rPr lang="en-LK" sz="1000" dirty="0"/>
              <a:t>tokenizer = Tokenizer()</a:t>
            </a:r>
          </a:p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def load_model(ckpt_path):</a:t>
            </a:r>
          </a:p>
          <a:p>
            <a:r>
              <a:rPr lang="en-LK" sz="1000" dirty="0"/>
              <a:t>    ckpt = torch.load(ckpt_path, map_location=device)</a:t>
            </a:r>
          </a:p>
          <a:p>
            <a:endParaRPr lang="en-LK" sz="1000" dirty="0"/>
          </a:p>
          <a:p>
            <a:r>
              <a:rPr lang="en-LK" sz="1000" dirty="0"/>
              <a:t>    cfg = GPTConfig(**ckpt["config"])</a:t>
            </a:r>
          </a:p>
          <a:p>
            <a:r>
              <a:rPr lang="en-LK" sz="1000" dirty="0"/>
              <a:t>    model = GPT(cfg).to(device)</a:t>
            </a:r>
          </a:p>
          <a:p>
            <a:r>
              <a:rPr lang="en-LK" sz="1000" dirty="0"/>
              <a:t>    model.load_state_dict(ckpt["model"])</a:t>
            </a:r>
          </a:p>
          <a:p>
            <a:endParaRPr lang="en-LK" sz="1000" dirty="0"/>
          </a:p>
          <a:p>
            <a:r>
              <a:rPr lang="en-LK" sz="1000" dirty="0"/>
              <a:t>    model.eval()</a:t>
            </a:r>
          </a:p>
          <a:p>
            <a:r>
              <a:rPr lang="en-LK" sz="1000" dirty="0"/>
              <a:t>    return model, cfg</a:t>
            </a:r>
          </a:p>
          <a:p>
            <a:endParaRPr lang="en-LK" sz="1000" dirty="0"/>
          </a:p>
          <a:p>
            <a:endParaRPr lang="en-LK" sz="1000" dirty="0"/>
          </a:p>
          <a:p>
            <a:endParaRPr lang="en-LK" sz="1000" dirty="0"/>
          </a:p>
          <a:p>
            <a:endParaRPr lang="en-LK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85BA7-C10A-0FF5-B544-2D017D7BCE4E}"/>
              </a:ext>
            </a:extLst>
          </p:cNvPr>
          <p:cNvSpPr txBox="1"/>
          <p:nvPr/>
        </p:nvSpPr>
        <p:spPr>
          <a:xfrm>
            <a:off x="5040350" y="871765"/>
            <a:ext cx="60997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@torch.no_grad()</a:t>
            </a:r>
          </a:p>
          <a:p>
            <a:r>
              <a:rPr lang="en-LK" sz="1000" dirty="0"/>
              <a:t>def generate(model, idx, cfg, max_new_tokens=100, temperature=0.8, top_k=50):</a:t>
            </a:r>
          </a:p>
          <a:p>
            <a:endParaRPr lang="en-LK" sz="1000" dirty="0"/>
          </a:p>
          <a:p>
            <a:r>
              <a:rPr lang="en-LK" sz="1000" dirty="0"/>
              <a:t>    for _ in range(max_new_tokens):</a:t>
            </a:r>
          </a:p>
          <a:p>
            <a:endParaRPr lang="en-LK" sz="1000" dirty="0"/>
          </a:p>
          <a:p>
            <a:r>
              <a:rPr lang="en-LK" sz="1000" dirty="0"/>
              <a:t>        idx_cond = idx[:, -cfg.seq_len:]</a:t>
            </a:r>
          </a:p>
          <a:p>
            <a:endParaRPr lang="en-LK" sz="1000" dirty="0"/>
          </a:p>
          <a:p>
            <a:r>
              <a:rPr lang="en-LK" sz="1000" dirty="0"/>
              <a:t>        logits = model(idx_cond)</a:t>
            </a:r>
          </a:p>
          <a:p>
            <a:r>
              <a:rPr lang="en-LK" sz="1000" dirty="0"/>
              <a:t>        logits = logits[:, -1, :]</a:t>
            </a:r>
          </a:p>
          <a:p>
            <a:endParaRPr lang="en-LK" sz="1000" dirty="0"/>
          </a:p>
          <a:p>
            <a:r>
              <a:rPr lang="en-LK" sz="1000" dirty="0"/>
              <a:t>        logits = logits / temperature</a:t>
            </a:r>
          </a:p>
          <a:p>
            <a:endParaRPr lang="en-LK" sz="1000" dirty="0"/>
          </a:p>
          <a:p>
            <a:r>
              <a:rPr lang="en-LK" sz="1000" dirty="0"/>
              <a:t>        if top_k is not None:</a:t>
            </a:r>
          </a:p>
          <a:p>
            <a:r>
              <a:rPr lang="en-LK" sz="1000" dirty="0"/>
              <a:t>            v, _ = torch.topk(logits, top_k)</a:t>
            </a:r>
          </a:p>
          <a:p>
            <a:r>
              <a:rPr lang="en-LK" sz="1000" dirty="0"/>
              <a:t>            cutoff = v[:, -1].unsqueeze(-1)</a:t>
            </a:r>
          </a:p>
          <a:p>
            <a:r>
              <a:rPr lang="en-LK" sz="1000" dirty="0"/>
              <a:t>            logits = torch.where(</a:t>
            </a:r>
          </a:p>
          <a:p>
            <a:r>
              <a:rPr lang="en-LK" sz="1000" dirty="0"/>
              <a:t>                logits &lt; cutoff,</a:t>
            </a:r>
          </a:p>
          <a:p>
            <a:r>
              <a:rPr lang="en-LK" sz="1000" dirty="0"/>
              <a:t>                torch.full_like(logits, -float("inf")),</a:t>
            </a:r>
          </a:p>
          <a:p>
            <a:r>
              <a:rPr lang="en-LK" sz="1000" dirty="0"/>
              <a:t>                logits</a:t>
            </a:r>
          </a:p>
          <a:p>
            <a:r>
              <a:rPr lang="en-LK" sz="1000" dirty="0"/>
              <a:t>            )</a:t>
            </a:r>
          </a:p>
          <a:p>
            <a:endParaRPr lang="en-LK" sz="1000" dirty="0"/>
          </a:p>
          <a:p>
            <a:r>
              <a:rPr lang="en-LK" sz="1000" dirty="0"/>
              <a:t>        probs = F.softmax(logits, dim=-1)</a:t>
            </a:r>
          </a:p>
          <a:p>
            <a:endParaRPr lang="en-LK" sz="1000" dirty="0"/>
          </a:p>
          <a:p>
            <a:r>
              <a:rPr lang="en-LK" sz="1000" dirty="0"/>
              <a:t>        next_token = torch.multinomial(probs, num_samples=1)</a:t>
            </a:r>
          </a:p>
          <a:p>
            <a:endParaRPr lang="en-LK" sz="1000" dirty="0"/>
          </a:p>
          <a:p>
            <a:r>
              <a:rPr lang="en-LK" sz="1000" dirty="0"/>
              <a:t>        idx = torch.cat((idx, next_token), dim=1)</a:t>
            </a:r>
          </a:p>
          <a:p>
            <a:endParaRPr lang="en-LK" sz="1000" dirty="0"/>
          </a:p>
          <a:p>
            <a:r>
              <a:rPr lang="en-LK" sz="1000" dirty="0"/>
              <a:t>    return idx</a:t>
            </a:r>
          </a:p>
        </p:txBody>
      </p:sp>
    </p:spTree>
    <p:extLst>
      <p:ext uri="{BB962C8B-B14F-4D97-AF65-F5344CB8AC3E}">
        <p14:creationId xmlns:p14="http://schemas.microsoft.com/office/powerpoint/2010/main" val="217214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BAF8D1-CD3B-7497-7D18-18C4F2AA5E32}"/>
              </a:ext>
            </a:extLst>
          </p:cNvPr>
          <p:cNvSpPr txBox="1"/>
          <p:nvPr/>
        </p:nvSpPr>
        <p:spPr>
          <a:xfrm>
            <a:off x="451625" y="628220"/>
            <a:ext cx="609971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 sz="1000" dirty="0"/>
              <a:t>def chat():</a:t>
            </a:r>
          </a:p>
          <a:p>
            <a:r>
              <a:rPr lang="en-LK" sz="1000" dirty="0"/>
              <a:t>    model, cfg = load_model("checkpoints/sft_step_600.pt")</a:t>
            </a:r>
          </a:p>
          <a:p>
            <a:endParaRPr lang="en-LK" sz="1000" dirty="0"/>
          </a:p>
          <a:p>
            <a:r>
              <a:rPr lang="en-LK" sz="1000" dirty="0"/>
              <a:t>    print("Chatbot ready! Type 'exit' to stop.\n")</a:t>
            </a:r>
          </a:p>
          <a:p>
            <a:endParaRPr lang="en-LK" sz="1000" dirty="0"/>
          </a:p>
          <a:p>
            <a:r>
              <a:rPr lang="en-LK" sz="1000" dirty="0"/>
              <a:t>    while True:</a:t>
            </a:r>
          </a:p>
          <a:p>
            <a:r>
              <a:rPr lang="en-LK" sz="1000" dirty="0"/>
              <a:t>        user_input = input("Ask anything: ")</a:t>
            </a:r>
          </a:p>
          <a:p>
            <a:endParaRPr lang="en-LK" sz="1000" dirty="0"/>
          </a:p>
          <a:p>
            <a:r>
              <a:rPr lang="en-LK" sz="1000" dirty="0"/>
              <a:t>        if user_input.lower() == "exit":</a:t>
            </a:r>
          </a:p>
          <a:p>
            <a:r>
              <a:rPr lang="en-LK" sz="1000" dirty="0"/>
              <a:t>            break</a:t>
            </a:r>
          </a:p>
          <a:p>
            <a:endParaRPr lang="en-LK" sz="1000" dirty="0"/>
          </a:p>
          <a:p>
            <a:r>
              <a:rPr lang="en-LK" sz="1000" dirty="0"/>
              <a:t>        prompt = f"User: {user_input}\nAssistant:"</a:t>
            </a:r>
          </a:p>
          <a:p>
            <a:endParaRPr lang="en-LK" sz="1000" dirty="0"/>
          </a:p>
          <a:p>
            <a:r>
              <a:rPr lang="en-LK" sz="1000" dirty="0"/>
              <a:t>        idx = torch.tensor(</a:t>
            </a:r>
          </a:p>
          <a:p>
            <a:r>
              <a:rPr lang="en-LK" sz="1000" dirty="0"/>
              <a:t>            [tokenizer.encode(prompt)],</a:t>
            </a:r>
          </a:p>
          <a:p>
            <a:r>
              <a:rPr lang="en-LK" sz="1000" dirty="0"/>
              <a:t>            dtype=torch.long,</a:t>
            </a:r>
          </a:p>
          <a:p>
            <a:r>
              <a:rPr lang="en-LK" sz="1000" dirty="0"/>
              <a:t>            device=device</a:t>
            </a:r>
          </a:p>
          <a:p>
            <a:r>
              <a:rPr lang="en-LK" sz="1000" dirty="0"/>
              <a:t>        )</a:t>
            </a:r>
          </a:p>
          <a:p>
            <a:endParaRPr lang="en-LK" sz="1000" dirty="0"/>
          </a:p>
          <a:p>
            <a:r>
              <a:rPr lang="en-LK" sz="1000" dirty="0"/>
              <a:t>        out = generate(model, idx, cfg, max_new_tokens=100, temperature=0.8)</a:t>
            </a:r>
          </a:p>
          <a:p>
            <a:endParaRPr lang="en-LK" sz="1000" dirty="0"/>
          </a:p>
          <a:p>
            <a:r>
              <a:rPr lang="en-LK" sz="1000" dirty="0"/>
              <a:t>        text = tokenizer.decode(out[0].tolist())</a:t>
            </a:r>
          </a:p>
          <a:p>
            <a:endParaRPr lang="en-LK" sz="1000" dirty="0"/>
          </a:p>
          <a:p>
            <a:r>
              <a:rPr lang="en-LK" sz="1000" dirty="0"/>
              <a:t>        response = text.split("Assistant:")[-1].strip()</a:t>
            </a:r>
          </a:p>
          <a:p>
            <a:endParaRPr lang="en-LK" sz="1000" dirty="0"/>
          </a:p>
          <a:p>
            <a:r>
              <a:rPr lang="en-LK" sz="1000" dirty="0"/>
              <a:t>        print(f"Bot: {response}\n")</a:t>
            </a:r>
          </a:p>
          <a:p>
            <a:endParaRPr lang="en-LK" sz="1000" dirty="0"/>
          </a:p>
          <a:p>
            <a:endParaRPr lang="en-LK" sz="1000" dirty="0"/>
          </a:p>
          <a:p>
            <a:r>
              <a:rPr lang="en-LK" sz="1000" dirty="0"/>
              <a:t>if __name__ == "__main__":</a:t>
            </a:r>
          </a:p>
          <a:p>
            <a:r>
              <a:rPr lang="en-LK" sz="1000" dirty="0"/>
              <a:t>    chat()</a:t>
            </a:r>
          </a:p>
        </p:txBody>
      </p:sp>
    </p:spTree>
    <p:extLst>
      <p:ext uri="{BB962C8B-B14F-4D97-AF65-F5344CB8AC3E}">
        <p14:creationId xmlns:p14="http://schemas.microsoft.com/office/powerpoint/2010/main" val="1973222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2377</Words>
  <Application>Microsoft Macintosh PowerPoint</Application>
  <PresentationFormat>Widescreen</PresentationFormat>
  <Paragraphs>266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JetBrains Mono</vt:lpstr>
      <vt:lpstr>Office Theme</vt:lpstr>
      <vt:lpstr>Supervised fine tuning and Building a chatbot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Maneesha</dc:creator>
  <cp:lastModifiedBy>Maneesha</cp:lastModifiedBy>
  <cp:revision>2</cp:revision>
  <dcterms:created xsi:type="dcterms:W3CDTF">2026-04-30T15:15:45Z</dcterms:created>
  <dcterms:modified xsi:type="dcterms:W3CDTF">2026-05-08T10:11:12Z</dcterms:modified>
</cp:coreProperties>
</file>